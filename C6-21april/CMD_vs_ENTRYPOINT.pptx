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1B4F7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560320"/>
            <a:ext cx="2926080" cy="2926080"/>
          </a:xfrm>
          <a:prstGeom prst="ellipse">
            <a:avLst/>
          </a:prstGeom>
          <a:solidFill>
            <a:srgbClr val="0E749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 ESSENTIALS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CMD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931920" y="1600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94A3B8"/>
                </a:solidFill>
              </a:rPr>
              <a:t>vs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ENTRYPOINT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What's the difference? When to use which?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🎬 Netflix Real-World Examples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599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🔍 Visual Diagrams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💡 When to Use Which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😤  THE CONFUSION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7840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</a:rPr>
              <a:t>🎬  Netflix Problem: A new DevOps engineer joined Netflix. He wrote a Dockerfile with both CMD and ENTRYPOINT. The container ignored his CMD arguments entirely — he had no idea why!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He wrote this Dockerfile: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78638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ubuntu:latest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</a:t>
            </a:r>
            <a:pPr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["python3", "server.py"]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["--port", "8080"]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84124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611880"/>
            <a:ext cx="54864" cy="4023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30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❓ What actually runs?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630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python3 server.py --port 8080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069080"/>
            <a:ext cx="54864" cy="40233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873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❓ What if I run: docker run myapp --port 9090?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40873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python3 server.py --port 9090  ← CMD gets replaced!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526280"/>
            <a:ext cx="54864" cy="4023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44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❓ What if I had ONLY CMD?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4544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docker run myapp --port 9090  → runs: --port 9090 (breaks!)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📦  CMD — The Default Command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</a:rPr>
              <a:t>💡  CMD sets the DEFAULT command to run when a container starts. It can be OVERRIDDEN completely by passing arguments to docker run.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3931920" cy="40233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72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Netflix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Netflix's logging container starts with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"--level info" by default.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But on their debug servers, they override it 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"--level debug" via docker run — without changing the Dockerfile!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429768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627632"/>
            <a:ext cx="40233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["--level", "info"]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run: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logger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--level info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logger --level debug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--level debug  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95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 Easily overridden with docker run &lt;args&gt;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361688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361688"/>
            <a:ext cx="54864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379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⚠️  If overridden, the ENTIRE CMD is replaced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45736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745736"/>
            <a:ext cx="54864" cy="3291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764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📝  Think of it as: 'default arguments'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 ENTRYPOINT — The Fixed Executable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</a:rPr>
              <a:t>💡  ENTRYPOINT sets the FIXED executable. It CANNOT be overridden by docker run arguments (only by --entrypoint flag). Arguments from docker run get APPENDED to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3931920" cy="4023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72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Netflix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Netflix's video transcoding container ALWAYS runs ffmpeg. Nobody should be able to accidentally replace it with bash or python.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ENTRYPOINT locks it in. Users only pass flags like --codec h264 — they can't break the core executable.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429768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627632"/>
            <a:ext cx="40233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</a:t>
            </a:r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["ffmpeg"]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with args: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transcoder --codec h264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ffmpeg --codec h264  ✅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to override?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transcoder python3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ffmpeg python3  ❌ (appended!)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977640"/>
            <a:ext cx="54864" cy="3291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95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🔒  Executable is LOCKED — always runs no matter what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361688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361688"/>
            <a:ext cx="54864" cy="3291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379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➕  docker run args get APPENDED as arguments to ENTRYPOINT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45736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745736"/>
            <a:ext cx="54864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764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🛠️  Can only be overridden with: docker run --entrypoint bash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⚔️  CMD  vs  ENTRYPOINT — Head to Head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914400"/>
            <a:ext cx="2743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914400"/>
            <a:ext cx="292608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914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ENTRYPOINT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85953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490472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9047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Purpose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1563624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563624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Default command / args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1563624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563624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Fixed executable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066544"/>
            <a:ext cx="8595360" cy="512064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066544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6654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Can be overridden?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08960" y="2139696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2139696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Yes — docker run &lt;cmd&gt;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2139696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139696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No (use --entrypoint)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642616"/>
            <a:ext cx="85953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642616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642616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docker run args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08960" y="2715768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REPLACE the CMD entirely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2715768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Get APPENDED to ENTRYPOINT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8595360" cy="512064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218688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21868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Combined usage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108960" y="3291840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4" name="Text 32"/>
          <p:cNvSpPr/>
          <p:nvPr/>
        </p:nvSpPr>
        <p:spPr>
          <a:xfrm>
            <a:off x="31546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Acts as default arguments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0" y="3291840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Acts as the main program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794760"/>
            <a:ext cx="85953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794760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79476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Typical use case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108960" y="3867912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1" name="Text 39"/>
          <p:cNvSpPr/>
          <p:nvPr/>
        </p:nvSpPr>
        <p:spPr>
          <a:xfrm>
            <a:off x="3154680" y="3867912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Scripts, shells, defaults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0" y="3867912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3" name="Text 41"/>
          <p:cNvSpPr/>
          <p:nvPr/>
        </p:nvSpPr>
        <p:spPr>
          <a:xfrm>
            <a:off x="598932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Tools like ffmpeg, python, node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370832"/>
            <a:ext cx="8595360" cy="512064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4370832"/>
            <a:ext cx="45720" cy="5120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37083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Best for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108960" y="4443984"/>
            <a:ext cx="26517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8" name="Text 46"/>
          <p:cNvSpPr/>
          <p:nvPr/>
        </p:nvSpPr>
        <p:spPr>
          <a:xfrm>
            <a:off x="3154680" y="4443984"/>
            <a:ext cx="2560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360C"/>
                </a:solidFill>
              </a:rPr>
              <a:t>Flexible containers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0" y="4443984"/>
            <a:ext cx="283464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0" name="Text 48"/>
          <p:cNvSpPr/>
          <p:nvPr/>
        </p:nvSpPr>
        <p:spPr>
          <a:xfrm>
            <a:off x="5989320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95C"/>
                </a:solidFill>
              </a:rPr>
              <a:t>Single-purpose containers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💥  THE POWER COMBO: ENTRYPOINT + CMD Together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1D95"/>
                </a:solidFill>
              </a:rPr>
              <a:t>🎬  Netflix uses this pattern everywhere: ENTRYPOINT = the fixed program. CMD = the default flags. Users can change the flags without changing the program!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1480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Dockerfile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</a:t>
            </a:r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["python3", "app.py"]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["--env", "production"]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00200"/>
            <a:ext cx="54864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45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No args (default)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168" y="1892808"/>
            <a:ext cx="3931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myapp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73168" y="2212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python3 app.py --env production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2377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CMD used as default args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54864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788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Override CMD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3035808"/>
            <a:ext cx="3931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myapp --env staging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3355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python3 app.py --env staging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520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CMD replaced, ENTRYPOINT stays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8862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886200"/>
            <a:ext cx="54864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3931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</a:rPr>
              <a:t>Override ENTRYPOINT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73168" y="4178808"/>
            <a:ext cx="3931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4178808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--entrypoint bash myapp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4498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4663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Full override — for debugging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🐚  SHELL FORM vs EXEC 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</a:rPr>
              <a:t>💡  Both CMD and ENTRYPOINT can be written in two forms — this choice matters a LOT for how signals are handled in production.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4023360" cy="40233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727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🐚  SHELL 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374904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python3 app.py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Runs via /bin/sh -c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Shell features work (pipes, &amp;&amp;)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Process is NOT PID 1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Signals (SIGTERM) may not reach app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Graceful shutdowns can FAIL ⚠️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72768"/>
            <a:ext cx="4114800" cy="4023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727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EXEC FORM (Preferred)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2066544"/>
            <a:ext cx="384048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066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["python3", "app.py"]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487168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Runs directly (no shell)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Process IS PID 1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Receives signals directly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Graceful shutdown works ✅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• Netflix uses this in production!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🎬  Netflix horror: Shell form caused containers to ignore SIGTERM → deployments took 30s longer per container to stop (timeout kills)!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🎬  NETFLIX CASE STUDY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Real containers at Netflix — which instruction do they use?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023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92608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🎥  Video Transcoder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152144"/>
            <a:ext cx="11155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5214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→ ENTRYPOINT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Always runs ffmpeg. Args vary per job.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9319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["ffmpeg"]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["-c:v", "h264"]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4114800" cy="40233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97280"/>
            <a:ext cx="292608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🌐  API Server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1152144"/>
            <a:ext cx="11155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15214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→ CMD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Flexible startup. Different scripts for prod/dev.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874520"/>
            <a:ext cx="39319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920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411480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17520"/>
            <a:ext cx="292608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🤖  Recommender Engine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0" y="3072384"/>
            <a:ext cx="11155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307238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→ ENTRYPOINT + CMD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Always python app. Env flag varies per deployment.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39319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["python3", "recommend.py"]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["--env", "prod"]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17520"/>
            <a:ext cx="4114800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017520"/>
            <a:ext cx="292608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📊  Log Aggregator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635240" y="3072384"/>
            <a:ext cx="1115568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3072384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→ ENTRYPOINT + CMD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Always fluentd. Log level overridable.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794760"/>
            <a:ext cx="39319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840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["fluentd"]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["-v"]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</a:rPr>
              <a:t>📋  CHEAT SHEET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Everything you need to remember about CMD vs ENTRYPOINT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🤔  DECISION GUIDE: What are you building?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4023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8132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❓ Need a flexible container where users pick the command?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99616"/>
            <a:ext cx="2468880" cy="31089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4996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Use CMD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4023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3852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❓ Building a dedicated tool (ffmpeg, node, python)?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956816"/>
            <a:ext cx="2468880" cy="3108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956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Use ENTRYPOINT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8595360" cy="4023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9572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❓ Want fixed program + overridable default flags?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414016"/>
            <a:ext cx="2468880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4140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Use ENTRYPOINT + CMD combo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8595360" cy="4023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85292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❓ Need shell features like pipes or &amp;&amp;?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871216"/>
            <a:ext cx="246888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8712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Shell form (but prefer exec form!)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 GOLDEN RULES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7673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Always use EXEC form [ ] in production — Shell form breaks signal handling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0873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CMD is replaced entirely by docker run args — ENTRYPOINT args are appended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4074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ENTRYPOINT + CMD = best pattern: fixed binary + default flags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727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Override ENTRYPOINT only with --entrypoint flag during debugging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CMD vs ENTRYPOINT in Docker</dc:title>
  <dc:subject>PptxGenJS Presentation</dc:subject>
  <dc:creator>PptxGenJS</dc:creator>
  <cp:lastModifiedBy>PptxGenJS</cp:lastModifiedBy>
  <cp:revision>1</cp:revision>
  <dcterms:created xsi:type="dcterms:W3CDTF">2026-04-21T08:59:30Z</dcterms:created>
  <dcterms:modified xsi:type="dcterms:W3CDTF">2026-04-21T08:59:30Z</dcterms:modified>
</cp:coreProperties>
</file>